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5" d="100"/>
          <a:sy n="75" d="100"/>
        </p:scale>
        <p:origin x="54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94ACB123-FD61-406E-89C3-F3B32CAEA56D}" type="datetimeFigureOut">
              <a:rPr lang="es-US" smtClean="0"/>
              <a:t>4/6/2026</a:t>
            </a:fld>
            <a:endParaRPr lang="es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s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79AC3770-32C3-475D-87DA-6BEE31ADDB8F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208868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CB123-FD61-406E-89C3-F3B32CAEA56D}" type="datetimeFigureOut">
              <a:rPr lang="es-US" smtClean="0"/>
              <a:t>4/6/2026</a:t>
            </a:fld>
            <a:endParaRPr lang="es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C3770-32C3-475D-87DA-6BEE31ADDB8F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132769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CB123-FD61-406E-89C3-F3B32CAEA56D}" type="datetimeFigureOut">
              <a:rPr lang="es-US" smtClean="0"/>
              <a:t>4/6/2026</a:t>
            </a:fld>
            <a:endParaRPr lang="es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C3770-32C3-475D-87DA-6BEE31ADDB8F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3322395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CB123-FD61-406E-89C3-F3B32CAEA56D}" type="datetimeFigureOut">
              <a:rPr lang="es-US" smtClean="0"/>
              <a:t>4/6/2026</a:t>
            </a:fld>
            <a:endParaRPr lang="es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C3770-32C3-475D-87DA-6BEE31ADDB8F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690618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CB123-FD61-406E-89C3-F3B32CAEA56D}" type="datetimeFigureOut">
              <a:rPr lang="es-US" smtClean="0"/>
              <a:t>4/6/2026</a:t>
            </a:fld>
            <a:endParaRPr lang="es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C3770-32C3-475D-87DA-6BEE31ADDB8F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3220614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CB123-FD61-406E-89C3-F3B32CAEA56D}" type="datetimeFigureOut">
              <a:rPr lang="es-US" smtClean="0"/>
              <a:t>4/6/2026</a:t>
            </a:fld>
            <a:endParaRPr lang="es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C3770-32C3-475D-87DA-6BEE31ADDB8F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3313715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CB123-FD61-406E-89C3-F3B32CAEA56D}" type="datetimeFigureOut">
              <a:rPr lang="es-US" smtClean="0"/>
              <a:t>4/6/2026</a:t>
            </a:fld>
            <a:endParaRPr lang="es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C3770-32C3-475D-87DA-6BEE31ADDB8F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2083311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CB123-FD61-406E-89C3-F3B32CAEA56D}" type="datetimeFigureOut">
              <a:rPr lang="es-US" smtClean="0"/>
              <a:t>4/6/2026</a:t>
            </a:fld>
            <a:endParaRPr lang="es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C3770-32C3-475D-87DA-6BEE31ADDB8F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2507382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CB123-FD61-406E-89C3-F3B32CAEA56D}" type="datetimeFigureOut">
              <a:rPr lang="es-US" smtClean="0"/>
              <a:t>4/6/2026</a:t>
            </a:fld>
            <a:endParaRPr lang="es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C3770-32C3-475D-87DA-6BEE31ADDB8F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889143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CB123-FD61-406E-89C3-F3B32CAEA56D}" type="datetimeFigureOut">
              <a:rPr lang="es-US" smtClean="0"/>
              <a:t>4/6/2026</a:t>
            </a:fld>
            <a:endParaRPr lang="es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C3770-32C3-475D-87DA-6BEE31ADDB8F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4183561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CB123-FD61-406E-89C3-F3B32CAEA56D}" type="datetimeFigureOut">
              <a:rPr lang="es-US" smtClean="0"/>
              <a:t>4/6/2026</a:t>
            </a:fld>
            <a:endParaRPr lang="es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C3770-32C3-475D-87DA-6BEE31ADDB8F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24295416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CB123-FD61-406E-89C3-F3B32CAEA56D}" type="datetimeFigureOut">
              <a:rPr lang="es-US" smtClean="0"/>
              <a:t>4/6/2026</a:t>
            </a:fld>
            <a:endParaRPr lang="es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C3770-32C3-475D-87DA-6BEE31ADDB8F}" type="slidenum">
              <a:rPr lang="es-US" smtClean="0"/>
              <a:t>‹Nº›</a:t>
            </a:fld>
            <a:endParaRPr lang="es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891655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CB123-FD61-406E-89C3-F3B32CAEA56D}" type="datetimeFigureOut">
              <a:rPr lang="es-US" smtClean="0"/>
              <a:t>4/6/2026</a:t>
            </a:fld>
            <a:endParaRPr lang="es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C3770-32C3-475D-87DA-6BEE31ADDB8F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22853913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CB123-FD61-406E-89C3-F3B32CAEA56D}" type="datetimeFigureOut">
              <a:rPr lang="es-US" smtClean="0"/>
              <a:t>4/6/2026</a:t>
            </a:fld>
            <a:endParaRPr lang="es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C3770-32C3-475D-87DA-6BEE31ADDB8F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37034178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CB123-FD61-406E-89C3-F3B32CAEA56D}" type="datetimeFigureOut">
              <a:rPr lang="es-US" smtClean="0"/>
              <a:t>4/6/2026</a:t>
            </a:fld>
            <a:endParaRPr lang="es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C3770-32C3-475D-87DA-6BEE31ADDB8F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23811652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CB123-FD61-406E-89C3-F3B32CAEA56D}" type="datetimeFigureOut">
              <a:rPr lang="es-US" smtClean="0"/>
              <a:t>4/6/2026</a:t>
            </a:fld>
            <a:endParaRPr lang="es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C3770-32C3-475D-87DA-6BEE31ADDB8F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19142193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CB123-FD61-406E-89C3-F3B32CAEA56D}" type="datetimeFigureOut">
              <a:rPr lang="es-US" smtClean="0"/>
              <a:t>4/6/2026</a:t>
            </a:fld>
            <a:endParaRPr lang="es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C3770-32C3-475D-87DA-6BEE31ADDB8F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3323026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ACB123-FD61-406E-89C3-F3B32CAEA56D}" type="datetimeFigureOut">
              <a:rPr lang="es-US" smtClean="0"/>
              <a:t>4/6/2026</a:t>
            </a:fld>
            <a:endParaRPr lang="es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AC3770-32C3-475D-87DA-6BEE31ADDB8F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272841020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retos-web-hacking.vercel.app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2D6001C9-DFAD-FCB0-151F-3B261AD536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81249" y="2270919"/>
            <a:ext cx="8883651" cy="3255962"/>
          </a:xfrm>
        </p:spPr>
        <p:txBody>
          <a:bodyPr>
            <a:normAutofit fontScale="25000" lnSpcReduction="20000"/>
          </a:bodyPr>
          <a:lstStyle/>
          <a:p>
            <a:r>
              <a:rPr lang="es-ES" sz="7200" b="1" dirty="0">
                <a:solidFill>
                  <a:schemeClr val="bg1"/>
                </a:solidFill>
                <a:latin typeface="Arial Black" panose="020B0A04020102020204" pitchFamily="34" charset="0"/>
              </a:rPr>
              <a:t>Nombre : </a:t>
            </a:r>
            <a:r>
              <a:rPr lang="es-ES" sz="7200" b="1" dirty="0">
                <a:solidFill>
                  <a:schemeClr val="tx1"/>
                </a:solidFill>
                <a:latin typeface="Arial Black" panose="020B0A04020102020204" pitchFamily="34" charset="0"/>
              </a:rPr>
              <a:t>Luis Mario Reynoso</a:t>
            </a:r>
          </a:p>
          <a:p>
            <a:r>
              <a:rPr lang="es-ES" sz="7200" b="1" dirty="0">
                <a:solidFill>
                  <a:schemeClr val="bg1"/>
                </a:solidFill>
                <a:latin typeface="Arial Black" panose="020B0A04020102020204" pitchFamily="34" charset="0"/>
              </a:rPr>
              <a:t>Módulo : </a:t>
            </a:r>
            <a:r>
              <a:rPr lang="es-ES" sz="7200" b="1" dirty="0">
                <a:solidFill>
                  <a:schemeClr val="tx1"/>
                </a:solidFill>
                <a:latin typeface="Arial Black" panose="020B0A04020102020204" pitchFamily="34" charset="0"/>
              </a:rPr>
              <a:t>Fundamentos de Ciberseguridad</a:t>
            </a:r>
          </a:p>
          <a:p>
            <a:r>
              <a:rPr lang="es-ES" sz="7200" b="1" dirty="0">
                <a:solidFill>
                  <a:schemeClr val="bg1"/>
                </a:solidFill>
                <a:latin typeface="Arial Black" panose="020B0A04020102020204" pitchFamily="34" charset="0"/>
              </a:rPr>
              <a:t>Técnico : </a:t>
            </a:r>
            <a:r>
              <a:rPr lang="es-ES" sz="7200" b="1" dirty="0">
                <a:solidFill>
                  <a:schemeClr val="tx1"/>
                </a:solidFill>
                <a:latin typeface="Arial Black" panose="020B0A04020102020204" pitchFamily="34" charset="0"/>
              </a:rPr>
              <a:t>Ciberseguridad </a:t>
            </a:r>
          </a:p>
          <a:p>
            <a:r>
              <a:rPr lang="es-ES" sz="7200" b="1" dirty="0">
                <a:solidFill>
                  <a:schemeClr val="bg1"/>
                </a:solidFill>
                <a:latin typeface="Arial Black" panose="020B0A04020102020204" pitchFamily="34" charset="0"/>
              </a:rPr>
              <a:t>Facilitador : </a:t>
            </a:r>
            <a:r>
              <a:rPr lang="es-ES" sz="7200" b="1" dirty="0">
                <a:solidFill>
                  <a:schemeClr val="tx1"/>
                </a:solidFill>
                <a:latin typeface="Arial Black" panose="020B0A04020102020204" pitchFamily="34" charset="0"/>
              </a:rPr>
              <a:t>Kevin Feliz </a:t>
            </a:r>
            <a:r>
              <a:rPr lang="es-ES" sz="7200" b="1" dirty="0" err="1">
                <a:solidFill>
                  <a:schemeClr val="tx1"/>
                </a:solidFill>
                <a:latin typeface="Arial Black" panose="020B0A04020102020204" pitchFamily="34" charset="0"/>
              </a:rPr>
              <a:t>Henriquez</a:t>
            </a:r>
            <a:endParaRPr lang="es-ES" sz="7200" b="1" dirty="0">
              <a:solidFill>
                <a:schemeClr val="tx1"/>
              </a:solidFill>
              <a:latin typeface="Arial Black" panose="020B0A04020102020204" pitchFamily="34" charset="0"/>
            </a:endParaRPr>
          </a:p>
          <a:p>
            <a:r>
              <a:rPr lang="es-ES" sz="7200" b="1" dirty="0">
                <a:solidFill>
                  <a:schemeClr val="bg1"/>
                </a:solidFill>
                <a:latin typeface="Arial Black" panose="020B0A04020102020204" pitchFamily="34" charset="0"/>
              </a:rPr>
              <a:t>Centro : </a:t>
            </a:r>
            <a:r>
              <a:rPr lang="es-ES" sz="7200" b="1" dirty="0" err="1">
                <a:solidFill>
                  <a:schemeClr val="tx1"/>
                </a:solidFill>
                <a:latin typeface="Arial Black" panose="020B0A04020102020204" pitchFamily="34" charset="0"/>
              </a:rPr>
              <a:t>Cyberclass</a:t>
            </a:r>
            <a:endParaRPr lang="es-ES" sz="7200" b="1" dirty="0">
              <a:solidFill>
                <a:schemeClr val="tx1"/>
              </a:solidFill>
              <a:latin typeface="Arial Black" panose="020B0A04020102020204" pitchFamily="34" charset="0"/>
            </a:endParaRPr>
          </a:p>
          <a:p>
            <a:r>
              <a:rPr lang="es-ES" sz="7200" b="1" dirty="0">
                <a:solidFill>
                  <a:schemeClr val="bg1"/>
                </a:solidFill>
                <a:latin typeface="Arial Black" panose="020B0A04020102020204" pitchFamily="34" charset="0"/>
              </a:rPr>
              <a:t>Nombre de practica : </a:t>
            </a:r>
            <a:r>
              <a:rPr lang="es-US" sz="7200" b="1" i="0" dirty="0"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Reto 2 - </a:t>
            </a:r>
            <a:r>
              <a:rPr lang="es-US" sz="7200" b="1" i="0" dirty="0" err="1"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ofuscation</a:t>
            </a:r>
            <a:endParaRPr lang="es-US" sz="7200" b="1" i="0" dirty="0">
              <a:solidFill>
                <a:schemeClr val="tx1"/>
              </a:solidFill>
              <a:effectLst/>
              <a:latin typeface="Arial Black" panose="020B0A04020102020204" pitchFamily="34" charset="0"/>
            </a:endParaRPr>
          </a:p>
          <a:p>
            <a:r>
              <a:rPr lang="es-US" sz="72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Descripcion</a:t>
            </a:r>
            <a:r>
              <a:rPr lang="es-US" sz="7200" b="1" dirty="0">
                <a:solidFill>
                  <a:schemeClr val="bg1"/>
                </a:solidFill>
                <a:latin typeface="Arial Black" panose="020B0A04020102020204" pitchFamily="34" charset="0"/>
              </a:rPr>
              <a:t> : </a:t>
            </a:r>
            <a:r>
              <a:rPr lang="es-US" sz="7200" b="1" dirty="0">
                <a:solidFill>
                  <a:schemeClr val="tx1"/>
                </a:solidFill>
                <a:latin typeface="Arial Black" panose="020B0A04020102020204" pitchFamily="34" charset="0"/>
              </a:rPr>
              <a:t>en esta practica vamos a explotar la vulnerabilidad OFUSACTION, con el método DES OFUCATION  </a:t>
            </a:r>
          </a:p>
          <a:p>
            <a:r>
              <a:rPr lang="es-US" sz="7200" b="1" i="0" dirty="0" err="1">
                <a:solidFill>
                  <a:schemeClr val="bg1"/>
                </a:solidFill>
                <a:effectLst/>
                <a:latin typeface="Arial Black" panose="020B0A04020102020204" pitchFamily="34" charset="0"/>
              </a:rPr>
              <a:t>githud</a:t>
            </a:r>
            <a:r>
              <a:rPr lang="es-US" sz="7200" b="1" dirty="0">
                <a:solidFill>
                  <a:schemeClr val="bg1"/>
                </a:solidFill>
                <a:latin typeface="Arial Black" panose="020B0A04020102020204" pitchFamily="34" charset="0"/>
              </a:rPr>
              <a:t> :</a:t>
            </a:r>
            <a:endParaRPr lang="es-US" dirty="0">
              <a:solidFill>
                <a:schemeClr val="tx1"/>
              </a:solidFill>
            </a:endParaRPr>
          </a:p>
        </p:txBody>
      </p:sp>
      <p:pic>
        <p:nvPicPr>
          <p:cNvPr id="4" name="Picture 2" descr="CURSOS - INFOTEP">
            <a:extLst>
              <a:ext uri="{FF2B5EF4-FFF2-40B4-BE49-F238E27FC236}">
                <a16:creationId xmlns:a16="http://schemas.microsoft.com/office/drawing/2014/main" id="{95114BBF-10E0-792A-F184-EB8BF0D4ED0A}"/>
              </a:ext>
            </a:extLst>
          </p:cNvPr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9475" y="233363"/>
            <a:ext cx="2813050" cy="177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9543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DFD25B-FD15-268C-9628-A7237B508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rial Black" panose="020B0A04020102020204" pitchFamily="34" charset="0"/>
              </a:rPr>
              <a:t>Paso 1 </a:t>
            </a:r>
            <a:endParaRPr lang="es-US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D780EE8-65DF-C975-7216-DFA2F6BBE4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1" y="2249487"/>
            <a:ext cx="9905999" cy="3541714"/>
          </a:xfrm>
        </p:spPr>
        <p:txBody>
          <a:bodyPr/>
          <a:lstStyle/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</a:rPr>
              <a:t>Entramos</a:t>
            </a:r>
            <a:r>
              <a:rPr lang="en-US" dirty="0">
                <a:solidFill>
                  <a:schemeClr val="bg1"/>
                </a:solidFill>
              </a:rPr>
              <a:t>  a la </a:t>
            </a:r>
            <a:r>
              <a:rPr lang="en-US" dirty="0" err="1">
                <a:solidFill>
                  <a:schemeClr val="bg1"/>
                </a:solidFill>
              </a:rPr>
              <a:t>pagina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s-ES" dirty="0">
                <a:solidFill>
                  <a:schemeClr val="bg1"/>
                </a:solidFill>
              </a:rPr>
              <a:t>: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https://retos-web-hacking.vercel.app/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Despues</a:t>
            </a:r>
            <a:r>
              <a:rPr lang="en-US" dirty="0"/>
              <a:t> que </a:t>
            </a:r>
            <a:r>
              <a:rPr lang="en-US" dirty="0" err="1"/>
              <a:t>estamos</a:t>
            </a:r>
            <a:r>
              <a:rPr lang="en-US" dirty="0"/>
              <a:t> </a:t>
            </a:r>
            <a:r>
              <a:rPr lang="en-US" dirty="0" err="1"/>
              <a:t>dentro</a:t>
            </a:r>
            <a:r>
              <a:rPr lang="en-US" dirty="0"/>
              <a:t> de la </a:t>
            </a:r>
            <a:r>
              <a:rPr lang="en-US" dirty="0" err="1"/>
              <a:t>pagina</a:t>
            </a:r>
            <a:r>
              <a:rPr lang="en-US" dirty="0"/>
              <a:t> </a:t>
            </a:r>
            <a:r>
              <a:rPr lang="en-US" dirty="0" err="1"/>
              <a:t>seleccionamos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segundo</a:t>
            </a:r>
            <a:r>
              <a:rPr lang="en-US" dirty="0"/>
              <a:t> </a:t>
            </a:r>
            <a:r>
              <a:rPr lang="en-US" dirty="0" err="1"/>
              <a:t>reto</a:t>
            </a:r>
            <a:r>
              <a:rPr lang="en-US" dirty="0"/>
              <a:t> </a:t>
            </a:r>
          </a:p>
        </p:txBody>
      </p:sp>
      <p:pic>
        <p:nvPicPr>
          <p:cNvPr id="7" name="Imagen 6" descr="Captura de pantalla de un celular&#10;&#10;El contenido generado por IA puede ser incorrecto.">
            <a:extLst>
              <a:ext uri="{FF2B5EF4-FFF2-40B4-BE49-F238E27FC236}">
                <a16:creationId xmlns:a16="http://schemas.microsoft.com/office/drawing/2014/main" id="{AD00F80D-0F8E-23CC-67B5-7097A9DE72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4425" y="3606799"/>
            <a:ext cx="4296375" cy="2967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204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A5026B-5584-DF2B-7759-48B067D4F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rial Black" panose="020B0A04020102020204" pitchFamily="34" charset="0"/>
              </a:rPr>
              <a:t>Paso 2 </a:t>
            </a:r>
            <a:endParaRPr lang="es-US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A200F4C-FF12-1863-B0D9-0B16B7F3F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Ya </a:t>
            </a:r>
            <a:r>
              <a:rPr lang="en-US" dirty="0" err="1"/>
              <a:t>dentro</a:t>
            </a:r>
            <a:r>
              <a:rPr lang="en-US" dirty="0"/>
              <a:t> del primer </a:t>
            </a:r>
            <a:r>
              <a:rPr lang="en-US" dirty="0" err="1"/>
              <a:t>reto</a:t>
            </a:r>
            <a:r>
              <a:rPr lang="en-US" dirty="0"/>
              <a:t> que es </a:t>
            </a:r>
            <a:r>
              <a:rPr lang="en-US" dirty="0" err="1"/>
              <a:t>ofusction</a:t>
            </a:r>
            <a:r>
              <a:rPr lang="en-US" dirty="0"/>
              <a:t> </a:t>
            </a:r>
            <a:r>
              <a:rPr lang="en-US" dirty="0" err="1"/>
              <a:t>precionamos</a:t>
            </a:r>
            <a:r>
              <a:rPr lang="en-US" dirty="0"/>
              <a:t> la Tecla f12 , y se </a:t>
            </a:r>
            <a:r>
              <a:rPr lang="en-US" dirty="0" err="1"/>
              <a:t>nos</a:t>
            </a:r>
            <a:r>
              <a:rPr lang="en-US" dirty="0"/>
              <a:t> </a:t>
            </a:r>
            <a:r>
              <a:rPr lang="en-US" dirty="0" err="1"/>
              <a:t>abrira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codigo</a:t>
            </a:r>
            <a:r>
              <a:rPr lang="en-US" dirty="0"/>
              <a:t> de la </a:t>
            </a:r>
            <a:r>
              <a:rPr lang="en-US" dirty="0" err="1"/>
              <a:t>pagina</a:t>
            </a:r>
            <a:r>
              <a:rPr lang="en-US" dirty="0"/>
              <a:t> , </a:t>
            </a:r>
            <a:r>
              <a:rPr lang="en-US" dirty="0" err="1"/>
              <a:t>dentro</a:t>
            </a:r>
            <a:r>
              <a:rPr lang="en-US" dirty="0"/>
              <a:t> del </a:t>
            </a:r>
            <a:r>
              <a:rPr lang="en-US" dirty="0" err="1"/>
              <a:t>codigo</a:t>
            </a:r>
            <a:r>
              <a:rPr lang="en-US" dirty="0"/>
              <a:t> </a:t>
            </a:r>
            <a:r>
              <a:rPr lang="en-US" dirty="0" err="1"/>
              <a:t>estan</a:t>
            </a:r>
            <a:r>
              <a:rPr lang="en-US" dirty="0"/>
              <a:t> las </a:t>
            </a:r>
            <a:r>
              <a:rPr lang="en-US" dirty="0" err="1"/>
              <a:t>credenciales</a:t>
            </a:r>
            <a:r>
              <a:rPr lang="en-US" dirty="0"/>
              <a:t> de </a:t>
            </a:r>
            <a:r>
              <a:rPr lang="en-US" dirty="0" err="1"/>
              <a:t>acceso</a:t>
            </a:r>
            <a:r>
              <a:rPr lang="en-US" dirty="0"/>
              <a:t> </a:t>
            </a:r>
            <a:r>
              <a:rPr lang="en-US" dirty="0" err="1"/>
              <a:t>pero</a:t>
            </a:r>
            <a:r>
              <a:rPr lang="en-US" dirty="0"/>
              <a:t> </a:t>
            </a:r>
            <a:r>
              <a:rPr lang="en-US" dirty="0" err="1"/>
              <a:t>estan</a:t>
            </a:r>
            <a:r>
              <a:rPr lang="en-US" dirty="0"/>
              <a:t> </a:t>
            </a:r>
            <a:r>
              <a:rPr lang="en-US" dirty="0" err="1"/>
              <a:t>cifrada</a:t>
            </a:r>
            <a:r>
              <a:rPr lang="en-US" dirty="0"/>
              <a:t>  ,</a:t>
            </a:r>
            <a:r>
              <a:rPr lang="en-US" dirty="0" err="1"/>
              <a:t>inspeccionamos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codigo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complete hasta </a:t>
            </a:r>
            <a:r>
              <a:rPr lang="en-US" dirty="0" err="1"/>
              <a:t>allar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apartado</a:t>
            </a:r>
            <a:r>
              <a:rPr lang="en-US" dirty="0"/>
              <a:t> que </a:t>
            </a:r>
            <a:r>
              <a:rPr lang="en-US" dirty="0" err="1"/>
              <a:t>contiene</a:t>
            </a:r>
            <a:r>
              <a:rPr lang="en-US" dirty="0"/>
              <a:t> </a:t>
            </a:r>
            <a:r>
              <a:rPr lang="en-US" dirty="0" err="1"/>
              <a:t>eso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 </a:t>
            </a:r>
            <a:endParaRPr lang="es-US" dirty="0"/>
          </a:p>
        </p:txBody>
      </p:sp>
      <p:pic>
        <p:nvPicPr>
          <p:cNvPr id="7" name="Imagen 6" descr="Captura de pantalla de computadora&#10;&#10;El contenido generado por IA puede ser incorrecto.">
            <a:extLst>
              <a:ext uri="{FF2B5EF4-FFF2-40B4-BE49-F238E27FC236}">
                <a16:creationId xmlns:a16="http://schemas.microsoft.com/office/drawing/2014/main" id="{A2B11082-73CF-2711-C0A2-989C9D5D50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5511" y="4221390"/>
            <a:ext cx="5257800" cy="2636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932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C5C3C2-BAA1-FFAF-0130-B20CF1035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rial Black" panose="020B0A04020102020204" pitchFamily="34" charset="0"/>
              </a:rPr>
              <a:t>Paso 3 </a:t>
            </a:r>
            <a:endParaRPr lang="es-US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09D6CFD-9D4A-A259-A7EC-354CACCAFD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Luego de aver </a:t>
            </a:r>
            <a:r>
              <a:rPr lang="en-US" dirty="0" err="1"/>
              <a:t>encontrado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 que </a:t>
            </a:r>
            <a:r>
              <a:rPr lang="en-US" dirty="0" err="1"/>
              <a:t>estavamos</a:t>
            </a:r>
            <a:r>
              <a:rPr lang="en-US" dirty="0"/>
              <a:t> </a:t>
            </a:r>
            <a:r>
              <a:rPr lang="en-US" dirty="0" err="1"/>
              <a:t>buscando</a:t>
            </a:r>
            <a:r>
              <a:rPr lang="en-US" dirty="0"/>
              <a:t>, </a:t>
            </a:r>
            <a:r>
              <a:rPr lang="en-US" dirty="0" err="1"/>
              <a:t>vamos</a:t>
            </a:r>
            <a:r>
              <a:rPr lang="en-US" dirty="0"/>
              <a:t> a la </a:t>
            </a:r>
            <a:r>
              <a:rPr lang="en-US" dirty="0" err="1"/>
              <a:t>consola</a:t>
            </a:r>
            <a:r>
              <a:rPr lang="en-US" dirty="0"/>
              <a:t> y </a:t>
            </a:r>
            <a:r>
              <a:rPr lang="en-US" dirty="0" err="1"/>
              <a:t>ponemos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nombre</a:t>
            </a:r>
            <a:r>
              <a:rPr lang="en-US" dirty="0"/>
              <a:t> de la variable que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caso</a:t>
            </a:r>
            <a:r>
              <a:rPr lang="en-US" dirty="0"/>
              <a:t> es _0x1a2b y le </a:t>
            </a:r>
            <a:r>
              <a:rPr lang="en-US" dirty="0" err="1"/>
              <a:t>damos</a:t>
            </a:r>
            <a:r>
              <a:rPr lang="en-US" dirty="0"/>
              <a:t> enter </a:t>
            </a:r>
            <a:r>
              <a:rPr lang="en-US" dirty="0" err="1"/>
              <a:t>aqui</a:t>
            </a:r>
            <a:r>
              <a:rPr lang="en-US" dirty="0"/>
              <a:t> </a:t>
            </a:r>
            <a:r>
              <a:rPr lang="en-US" dirty="0" err="1"/>
              <a:t>nos</a:t>
            </a:r>
            <a:r>
              <a:rPr lang="en-US" dirty="0"/>
              <a:t> </a:t>
            </a:r>
            <a:r>
              <a:rPr lang="en-US" dirty="0" err="1"/>
              <a:t>aparecera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listado</a:t>
            </a:r>
            <a:r>
              <a:rPr lang="en-US" dirty="0"/>
              <a:t> </a:t>
            </a:r>
            <a:r>
              <a:rPr lang="en-US" dirty="0" err="1"/>
              <a:t>donde</a:t>
            </a:r>
            <a:r>
              <a:rPr lang="en-US" dirty="0"/>
              <a:t> se </a:t>
            </a:r>
            <a:r>
              <a:rPr lang="en-US" dirty="0" err="1"/>
              <a:t>encuentra</a:t>
            </a:r>
            <a:r>
              <a:rPr lang="en-US" dirty="0"/>
              <a:t> las </a:t>
            </a:r>
            <a:r>
              <a:rPr lang="en-US" dirty="0" err="1"/>
              <a:t>credenciales</a:t>
            </a:r>
            <a:r>
              <a:rPr lang="en-US" dirty="0"/>
              <a:t> que </a:t>
            </a:r>
            <a:r>
              <a:rPr lang="en-US" dirty="0" err="1"/>
              <a:t>buscamos</a:t>
            </a:r>
            <a:r>
              <a:rPr lang="en-US" dirty="0"/>
              <a:t> .</a:t>
            </a:r>
          </a:p>
        </p:txBody>
      </p:sp>
      <p:pic>
        <p:nvPicPr>
          <p:cNvPr id="7" name="Imagen 6" descr="Texto&#10;&#10;El contenido generado por IA puede ser incorrecto.">
            <a:extLst>
              <a:ext uri="{FF2B5EF4-FFF2-40B4-BE49-F238E27FC236}">
                <a16:creationId xmlns:a16="http://schemas.microsoft.com/office/drawing/2014/main" id="{BB272C34-3189-E575-98CE-514E6EFC4D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542" y="4058445"/>
            <a:ext cx="6147547" cy="2079439"/>
          </a:xfrm>
          <a:prstGeom prst="rect">
            <a:avLst/>
          </a:prstGeom>
        </p:spPr>
      </p:pic>
      <p:pic>
        <p:nvPicPr>
          <p:cNvPr id="9" name="Imagen 8" descr="Texto&#10;&#10;El contenido generado por IA puede ser incorrecto.">
            <a:extLst>
              <a:ext uri="{FF2B5EF4-FFF2-40B4-BE49-F238E27FC236}">
                <a16:creationId xmlns:a16="http://schemas.microsoft.com/office/drawing/2014/main" id="{29FE0634-B4FF-F982-17E2-B6523C83EB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8299" y="3832827"/>
            <a:ext cx="5368177" cy="2406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343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A3A2F3-2A20-24F3-0DB0-AEEB7DC40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b="1" dirty="0">
                <a:solidFill>
                  <a:schemeClr val="bg1"/>
                </a:solidFill>
                <a:latin typeface="Arial Black" panose="020B0A04020102020204" pitchFamily="34" charset="0"/>
              </a:rPr>
              <a:t>Fin de </a:t>
            </a:r>
            <a:r>
              <a:rPr lang="es-ES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mthodo</a:t>
            </a:r>
            <a:r>
              <a:rPr lang="es-ES" b="1" dirty="0">
                <a:solidFill>
                  <a:schemeClr val="bg1"/>
                </a:solidFill>
                <a:latin typeface="Arial Black" panose="020B0A04020102020204" pitchFamily="34" charset="0"/>
              </a:rPr>
              <a:t> 1 </a:t>
            </a:r>
            <a:endParaRPr lang="es-US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7" name="Marcador de contenido 6" descr="Interfaz de usuario gráfica, Texto&#10;&#10;El contenido generado por IA puede ser incorrecto.">
            <a:extLst>
              <a:ext uri="{FF2B5EF4-FFF2-40B4-BE49-F238E27FC236}">
                <a16:creationId xmlns:a16="http://schemas.microsoft.com/office/drawing/2014/main" id="{D12C1E0C-A670-3E89-A137-E87D60CD8E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4622" y="3142270"/>
            <a:ext cx="7005182" cy="3541712"/>
          </a:xfr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C04404A2-F3D4-44D3-0191-987FF66B670C}"/>
              </a:ext>
            </a:extLst>
          </p:cNvPr>
          <p:cNvSpPr txBox="1"/>
          <p:nvPr/>
        </p:nvSpPr>
        <p:spPr>
          <a:xfrm>
            <a:off x="1841500" y="1930400"/>
            <a:ext cx="8661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/>
              <a:t>Aquí seleccionamos las dos credenciales que son, la primera es el usuario y la segunda es la contraseña. </a:t>
            </a:r>
            <a:endParaRPr lang="es-US" sz="2800" dirty="0"/>
          </a:p>
        </p:txBody>
      </p:sp>
    </p:spTree>
    <p:extLst>
      <p:ext uri="{BB962C8B-B14F-4D97-AF65-F5344CB8AC3E}">
        <p14:creationId xmlns:p14="http://schemas.microsoft.com/office/powerpoint/2010/main" val="2734482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5FC149-BA05-C669-11BE-3D2F13DC8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0"/>
            <a:ext cx="9905998" cy="1478570"/>
          </a:xfrm>
        </p:spPr>
        <p:txBody>
          <a:bodyPr/>
          <a:lstStyle/>
          <a:p>
            <a:pPr algn="ctr"/>
            <a:r>
              <a:rPr lang="es-ES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Metodo</a:t>
            </a:r>
            <a:r>
              <a:rPr lang="es-ES" b="1" dirty="0">
                <a:solidFill>
                  <a:schemeClr val="bg1"/>
                </a:solidFill>
                <a:latin typeface="Arial Black" panose="020B0A04020102020204" pitchFamily="34" charset="0"/>
              </a:rPr>
              <a:t> 2</a:t>
            </a:r>
            <a:endParaRPr lang="es-US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5984F0-7ECF-7B30-3805-D30AC9AF4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1" y="1355564"/>
            <a:ext cx="9905999" cy="3541714"/>
          </a:xfrm>
        </p:spPr>
        <p:txBody>
          <a:bodyPr/>
          <a:lstStyle/>
          <a:p>
            <a:r>
              <a:rPr lang="es-ES" dirty="0"/>
              <a:t>Ahora vamos al apartado de head  y dentro de ese </a:t>
            </a:r>
            <a:r>
              <a:rPr lang="es-ES" dirty="0" err="1"/>
              <a:t>partado</a:t>
            </a:r>
            <a:r>
              <a:rPr lang="es-ES" dirty="0"/>
              <a:t> veremos 3 </a:t>
            </a:r>
            <a:r>
              <a:rPr lang="es-ES" dirty="0" err="1"/>
              <a:t>partados</a:t>
            </a:r>
            <a:r>
              <a:rPr lang="es-ES" dirty="0"/>
              <a:t> y seleccionamos </a:t>
            </a:r>
            <a:r>
              <a:rPr lang="es-ES" dirty="0" err="1"/>
              <a:t>style</a:t>
            </a:r>
            <a:r>
              <a:rPr lang="es-ES" dirty="0"/>
              <a:t> ,dentro del apartado </a:t>
            </a:r>
            <a:r>
              <a:rPr lang="es-ES" dirty="0" err="1"/>
              <a:t>estyle</a:t>
            </a:r>
            <a:r>
              <a:rPr lang="es-ES" dirty="0"/>
              <a:t> buscamos el parámetro </a:t>
            </a:r>
            <a:r>
              <a:rPr lang="es-ES" dirty="0" err="1"/>
              <a:t>dashboard</a:t>
            </a:r>
            <a:r>
              <a:rPr lang="es-ES" dirty="0"/>
              <a:t>. </a:t>
            </a:r>
          </a:p>
          <a:p>
            <a:r>
              <a:rPr lang="es-US" dirty="0"/>
              <a:t>Le damos doble </a:t>
            </a:r>
            <a:r>
              <a:rPr lang="es-US" dirty="0" err="1"/>
              <a:t>click</a:t>
            </a:r>
            <a:r>
              <a:rPr lang="es-US" dirty="0"/>
              <a:t> y </a:t>
            </a:r>
            <a:r>
              <a:rPr lang="es-US" dirty="0" err="1"/>
              <a:t>selecione</a:t>
            </a:r>
            <a:r>
              <a:rPr lang="es-US" dirty="0"/>
              <a:t> la palabra </a:t>
            </a:r>
            <a:r>
              <a:rPr lang="es-US" dirty="0" err="1"/>
              <a:t>none</a:t>
            </a:r>
            <a:r>
              <a:rPr lang="es-US" dirty="0"/>
              <a:t> y la cambiamos por block, y hay nos daremos cuenta de que se nos mostrara el mensaje de cuando accedemos . </a:t>
            </a:r>
          </a:p>
        </p:txBody>
      </p:sp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6287A8E9-67BB-63D2-D6F1-CC389D5118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0989" y="4905745"/>
            <a:ext cx="5132820" cy="1193381"/>
          </a:xfrm>
          <a:prstGeom prst="rect">
            <a:avLst/>
          </a:prstGeom>
        </p:spPr>
      </p:pic>
      <p:pic>
        <p:nvPicPr>
          <p:cNvPr id="9" name="Imagen 8" descr="Una pantalla verde&#10;&#10;El contenido generado por IA puede ser incorrecto.">
            <a:extLst>
              <a:ext uri="{FF2B5EF4-FFF2-40B4-BE49-F238E27FC236}">
                <a16:creationId xmlns:a16="http://schemas.microsoft.com/office/drawing/2014/main" id="{2576726F-D6B8-70BC-1B6A-7FDCFAB96A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5765" y="4247790"/>
            <a:ext cx="3002288" cy="2509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2563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o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91</TotalTime>
  <Words>255</Words>
  <Application>Microsoft Office PowerPoint</Application>
  <PresentationFormat>Panorámica</PresentationFormat>
  <Paragraphs>20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Arial Black</vt:lpstr>
      <vt:lpstr>Tw Cen MT</vt:lpstr>
      <vt:lpstr>Circuito</vt:lpstr>
      <vt:lpstr>Presentación de PowerPoint</vt:lpstr>
      <vt:lpstr>Paso 1 </vt:lpstr>
      <vt:lpstr>Paso 2 </vt:lpstr>
      <vt:lpstr>Paso 3 </vt:lpstr>
      <vt:lpstr>Fin de mthodo 1 </vt:lpstr>
      <vt:lpstr>Metodo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king</dc:creator>
  <cp:lastModifiedBy>king</cp:lastModifiedBy>
  <cp:revision>3</cp:revision>
  <dcterms:created xsi:type="dcterms:W3CDTF">2026-04-06T14:22:52Z</dcterms:created>
  <dcterms:modified xsi:type="dcterms:W3CDTF">2026-04-06T15:53:57Z</dcterms:modified>
</cp:coreProperties>
</file>